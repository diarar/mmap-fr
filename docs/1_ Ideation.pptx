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https://docs.google.com/presentation/d/1ctaEaNdkVb9hTS2zsa1UQxEXn8ijlZ_B/edit?slide=id.p1#slide=id.p1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