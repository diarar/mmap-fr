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Economica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Economica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Economica-italic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Economica-regular.fntdata"/><Relationship Id="rId8" Type="http://schemas.openxmlformats.org/officeDocument/2006/relationships/font" Target="fonts/Economic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 title="mealmap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338" y="120975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